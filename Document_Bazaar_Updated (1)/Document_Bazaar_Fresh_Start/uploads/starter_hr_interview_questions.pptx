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94" d="100"/>
          <a:sy n="94" d="100"/>
        </p:scale>
        <p:origin x="-1284" y="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p:cNvSpPr/>
          <p:nvPr/>
        </p:nvSpPr>
        <p:spPr>
          <a:xfrm flipH="1">
            <a:off x="2667000" y="0"/>
            <a:ext cx="6477000" cy="6858000"/>
          </a:xfrm>
          <a:prstGeom prst="rect">
            <a:avLst/>
          </a:prstGeom>
          <a:blipFill>
            <a:blip r:embed="rId2">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00000" r="50000"/>
                </a:path>
                <a:tileRect/>
              </a:gradFill>
            </a:fillOverlay>
            <a:innerShdw blurRad="63500" dist="44450" dir="10800000">
              <a:srgbClr val="000000">
                <a:alpha val="50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9" name="Straight Connector 8"/>
          <p:cNvSpPr>
            <a:spLocks noChangeShapeType="1"/>
          </p:cNvSpPr>
          <p:nvPr/>
        </p:nvSpPr>
        <p:spPr bwMode="auto">
          <a:xfrm rot="16200000">
            <a:off x="-762000" y="3429000"/>
            <a:ext cx="6858000" cy="0"/>
          </a:xfrm>
          <a:prstGeom prst="line">
            <a:avLst/>
          </a:prstGeom>
          <a:noFill/>
          <a:ln w="11430" cap="flat" cmpd="sng" algn="ctr">
            <a:solidFill>
              <a:schemeClr val="bg1">
                <a:shade val="95000"/>
              </a:schemeClr>
            </a:solidFill>
            <a:prstDash val="solid"/>
            <a:miter lim="800000"/>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12" name="Title 11"/>
          <p:cNvSpPr>
            <a:spLocks noGrp="1"/>
          </p:cNvSpPr>
          <p:nvPr>
            <p:ph type="ctrTitle"/>
          </p:nvPr>
        </p:nvSpPr>
        <p:spPr>
          <a:xfrm>
            <a:off x="3366868" y="533400"/>
            <a:ext cx="5105400" cy="2868168"/>
          </a:xfrm>
        </p:spPr>
        <p:txBody>
          <a:bodyPr lIns="45720" tIns="0" rIns="45720">
            <a:noAutofit/>
          </a:bodyPr>
          <a:lstStyle>
            <a:lvl1pPr algn="r">
              <a:defRPr sz="4200" b="1"/>
            </a:lvl1pPr>
            <a:extLst/>
          </a:lstStyle>
          <a:p>
            <a:r>
              <a:rPr kumimoji="0" lang="en-US" smtClean="0"/>
              <a:t>Click to edit Master title style</a:t>
            </a:r>
            <a:endParaRPr kumimoji="0" lang="en-US"/>
          </a:p>
        </p:txBody>
      </p:sp>
      <p:sp>
        <p:nvSpPr>
          <p:cNvPr id="25" name="Subtitle 24"/>
          <p:cNvSpPr>
            <a:spLocks noGrp="1"/>
          </p:cNvSpPr>
          <p:nvPr>
            <p:ph type="subTitle" idx="1"/>
          </p:nvPr>
        </p:nvSpPr>
        <p:spPr>
          <a:xfrm>
            <a:off x="3354442" y="3539864"/>
            <a:ext cx="5114778" cy="1101248"/>
          </a:xfrm>
        </p:spPr>
        <p:txBody>
          <a:bodyPr lIns="45720" tIns="0" rIns="45720" bIns="0"/>
          <a:lstStyle>
            <a:lvl1pPr marL="0" indent="0" algn="r">
              <a:buNone/>
              <a:defRPr sz="2200">
                <a:solidFill>
                  <a:srgbClr val="FFFFFF"/>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31" name="Date Placeholder 30"/>
          <p:cNvSpPr>
            <a:spLocks noGrp="1"/>
          </p:cNvSpPr>
          <p:nvPr>
            <p:ph type="dt" sz="half" idx="10"/>
          </p:nvPr>
        </p:nvSpPr>
        <p:spPr>
          <a:xfrm>
            <a:off x="5871224" y="6557946"/>
            <a:ext cx="2002464" cy="226902"/>
          </a:xfrm>
        </p:spPr>
        <p:txBody>
          <a:bodyPr/>
          <a:lstStyle>
            <a:lvl1pPr>
              <a:defRPr lang="en-US" smtClean="0">
                <a:solidFill>
                  <a:srgbClr val="FFFFFF"/>
                </a:solidFill>
              </a:defRPr>
            </a:lvl1pPr>
            <a:extLst/>
          </a:lstStyle>
          <a:p>
            <a:fld id="{8D407A9E-0F11-4D3C-A445-7646260239FA}" type="datetimeFigureOut">
              <a:rPr lang="en-US" smtClean="0"/>
              <a:pPr/>
              <a:t>9/3/2026</a:t>
            </a:fld>
            <a:endParaRPr lang="en-US" dirty="0"/>
          </a:p>
        </p:txBody>
      </p:sp>
      <p:sp>
        <p:nvSpPr>
          <p:cNvPr id="18" name="Footer Placeholder 17"/>
          <p:cNvSpPr>
            <a:spLocks noGrp="1"/>
          </p:cNvSpPr>
          <p:nvPr>
            <p:ph type="ftr" sz="quarter" idx="11"/>
          </p:nvPr>
        </p:nvSpPr>
        <p:spPr>
          <a:xfrm>
            <a:off x="2819400" y="6557946"/>
            <a:ext cx="2927722" cy="228600"/>
          </a:xfrm>
        </p:spPr>
        <p:txBody>
          <a:bodyPr/>
          <a:lstStyle>
            <a:lvl1pPr>
              <a:defRPr lang="en-US" dirty="0">
                <a:solidFill>
                  <a:srgbClr val="FFFFFF"/>
                </a:solidFill>
              </a:defRPr>
            </a:lvl1pPr>
            <a:extLst/>
          </a:lstStyle>
          <a:p>
            <a:endParaRPr lang="en-US" dirty="0"/>
          </a:p>
        </p:txBody>
      </p:sp>
      <p:sp>
        <p:nvSpPr>
          <p:cNvPr id="29" name="Slide Number Placeholder 28"/>
          <p:cNvSpPr>
            <a:spLocks noGrp="1"/>
          </p:cNvSpPr>
          <p:nvPr>
            <p:ph type="sldNum" sz="quarter" idx="12"/>
          </p:nvPr>
        </p:nvSpPr>
        <p:spPr>
          <a:xfrm>
            <a:off x="7880884" y="6556248"/>
            <a:ext cx="588336" cy="228600"/>
          </a:xfrm>
        </p:spPr>
        <p:txBody>
          <a:bodyPr/>
          <a:lstStyle>
            <a:lvl1pPr>
              <a:defRPr lang="en-US" smtClean="0">
                <a:solidFill>
                  <a:srgbClr val="FFFFFF"/>
                </a:solidFill>
              </a:defRPr>
            </a:lvl1pPr>
            <a:extLst/>
          </a:lstStyle>
          <a:p>
            <a:fld id="{2170A67C-D8FF-457C-812D-F009FC25075D}"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8D407A9E-0F11-4D3C-A445-7646260239FA}" type="datetimeFigureOut">
              <a:rPr lang="en-US" smtClean="0"/>
              <a:pPr/>
              <a:t>9/3/2026</a:t>
            </a:fld>
            <a:endParaRPr lang="en-US" dirty="0"/>
          </a:p>
        </p:txBody>
      </p:sp>
      <p:sp>
        <p:nvSpPr>
          <p:cNvPr id="5" name="Footer Placeholder 4"/>
          <p:cNvSpPr>
            <a:spLocks noGrp="1"/>
          </p:cNvSpPr>
          <p:nvPr>
            <p:ph type="ftr" sz="quarter" idx="11"/>
          </p:nvPr>
        </p:nvSpPr>
        <p:spPr/>
        <p:txBody>
          <a:bodyPr/>
          <a:lstStyle>
            <a:extLst/>
          </a:lstStyle>
          <a:p>
            <a:endParaRPr lang="en-US" dirty="0"/>
          </a:p>
        </p:txBody>
      </p:sp>
      <p:sp>
        <p:nvSpPr>
          <p:cNvPr id="6" name="Slide Number Placeholder 5"/>
          <p:cNvSpPr>
            <a:spLocks noGrp="1"/>
          </p:cNvSpPr>
          <p:nvPr>
            <p:ph type="sldNum" sz="quarter" idx="12"/>
          </p:nvPr>
        </p:nvSpPr>
        <p:spPr/>
        <p:txBody>
          <a:bodyPr/>
          <a:lstStyle>
            <a:extLst/>
          </a:lstStyle>
          <a:p>
            <a:fld id="{2170A67C-D8FF-457C-812D-F009FC25075D}"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66800" y="2821837"/>
            <a:ext cx="6255488" cy="1362075"/>
          </a:xfrm>
        </p:spPr>
        <p:txBody>
          <a:bodyPr tIns="0" anchor="t"/>
          <a:lstStyle>
            <a:lvl1pPr algn="r">
              <a:buNone/>
              <a:defRPr sz="42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1066800" y="1905000"/>
            <a:ext cx="6255488" cy="743507"/>
          </a:xfrm>
        </p:spPr>
        <p:txBody>
          <a:bodyPr anchor="b"/>
          <a:lstStyle>
            <a:lvl1pPr marL="0" indent="0" algn="r">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a:xfrm>
            <a:off x="4724238" y="6556810"/>
            <a:ext cx="2002464" cy="226902"/>
          </a:xfrm>
        </p:spPr>
        <p:txBody>
          <a:bodyPr bIns="0" anchor="b"/>
          <a:lstStyle>
            <a:lvl1pPr>
              <a:defRPr>
                <a:solidFill>
                  <a:schemeClr val="tx2"/>
                </a:solidFill>
              </a:defRPr>
            </a:lvl1pPr>
            <a:extLst/>
          </a:lstStyle>
          <a:p>
            <a:fld id="{8D407A9E-0F11-4D3C-A445-7646260239FA}" type="datetimeFigureOut">
              <a:rPr lang="en-US" smtClean="0"/>
              <a:pPr/>
              <a:t>9/3/2026</a:t>
            </a:fld>
            <a:endParaRPr lang="en-US" dirty="0"/>
          </a:p>
        </p:txBody>
      </p:sp>
      <p:sp>
        <p:nvSpPr>
          <p:cNvPr id="5" name="Footer Placeholder 4"/>
          <p:cNvSpPr>
            <a:spLocks noGrp="1"/>
          </p:cNvSpPr>
          <p:nvPr>
            <p:ph type="ftr" sz="quarter" idx="11"/>
          </p:nvPr>
        </p:nvSpPr>
        <p:spPr>
          <a:xfrm>
            <a:off x="1735358" y="6556810"/>
            <a:ext cx="2895600" cy="228600"/>
          </a:xfrm>
        </p:spPr>
        <p:txBody>
          <a:bodyPr bIns="0" anchor="b"/>
          <a:lstStyle>
            <a:lvl1pPr>
              <a:defRPr>
                <a:solidFill>
                  <a:schemeClr val="tx2"/>
                </a:solidFill>
              </a:defRPr>
            </a:lvl1pPr>
            <a:extLst/>
          </a:lstStyle>
          <a:p>
            <a:endParaRPr lang="en-US" dirty="0"/>
          </a:p>
        </p:txBody>
      </p:sp>
      <p:sp>
        <p:nvSpPr>
          <p:cNvPr id="6" name="Slide Number Placeholder 5"/>
          <p:cNvSpPr>
            <a:spLocks noGrp="1"/>
          </p:cNvSpPr>
          <p:nvPr>
            <p:ph type="sldNum" sz="quarter" idx="12"/>
          </p:nvPr>
        </p:nvSpPr>
        <p:spPr>
          <a:xfrm>
            <a:off x="6733952" y="6555112"/>
            <a:ext cx="588336" cy="228600"/>
          </a:xfrm>
        </p:spPr>
        <p:txBody>
          <a:bodyPr/>
          <a:lstStyle>
            <a:extLst/>
          </a:lstStyle>
          <a:p>
            <a:fld id="{2170A67C-D8FF-457C-812D-F009FC25075D}"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178808"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8D407A9E-0F11-4D3C-A445-7646260239FA}" type="datetimeFigureOut">
              <a:rPr lang="en-US" smtClean="0"/>
              <a:pPr/>
              <a:t>9/3/2026</a:t>
            </a:fld>
            <a:endParaRPr lang="en-US" dirty="0"/>
          </a:p>
        </p:txBody>
      </p:sp>
      <p:sp>
        <p:nvSpPr>
          <p:cNvPr id="6" name="Footer Placeholder 5"/>
          <p:cNvSpPr>
            <a:spLocks noGrp="1"/>
          </p:cNvSpPr>
          <p:nvPr>
            <p:ph type="ftr" sz="quarter" idx="11"/>
          </p:nvPr>
        </p:nvSpPr>
        <p:spPr/>
        <p:txBody>
          <a:bodyPr/>
          <a:lstStyle>
            <a:extLst/>
          </a:lstStyle>
          <a:p>
            <a:endParaRPr lang="en-US" dirty="0"/>
          </a:p>
        </p:txBody>
      </p:sp>
      <p:sp>
        <p:nvSpPr>
          <p:cNvPr id="7" name="Slide Number Placeholder 6"/>
          <p:cNvSpPr>
            <a:spLocks noGrp="1"/>
          </p:cNvSpPr>
          <p:nvPr>
            <p:ph type="sldNum" sz="quarter" idx="12"/>
          </p:nvPr>
        </p:nvSpPr>
        <p:spPr/>
        <p:txBody>
          <a:bodyPr/>
          <a:lstStyle>
            <a:extLst/>
          </a:lstStyle>
          <a:p>
            <a:fld id="{2170A67C-D8FF-457C-812D-F009FC25075D}"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nchor="b"/>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867400"/>
            <a:ext cx="3520440" cy="457200"/>
          </a:xfrm>
          <a:noFill/>
          <a:ln w="12700" cap="flat" cmpd="sng" algn="ctr">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178808" y="5867400"/>
            <a:ext cx="3520440" cy="457200"/>
          </a:xfrm>
          <a:noFill/>
          <a:ln w="12700" cap="flat" cmpd="sng" algn="ctr">
            <a:solidFill>
              <a:schemeClr val="tx2"/>
            </a:solidFill>
            <a:prstDash val="solid"/>
          </a:ln>
          <a:effectLst/>
        </p:spPr>
        <p:style>
          <a:lnRef idx="1">
            <a:schemeClr val="accent2"/>
          </a:lnRef>
          <a:fillRef idx="3">
            <a:schemeClr val="accent2"/>
          </a:fillRef>
          <a:effectRef idx="2">
            <a:schemeClr val="accent2"/>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178808"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8D407A9E-0F11-4D3C-A445-7646260239FA}" type="datetimeFigureOut">
              <a:rPr lang="en-US" smtClean="0"/>
              <a:pPr/>
              <a:t>9/3/2026</a:t>
            </a:fld>
            <a:endParaRPr lang="en-US" dirty="0"/>
          </a:p>
        </p:txBody>
      </p:sp>
      <p:sp>
        <p:nvSpPr>
          <p:cNvPr id="8" name="Footer Placeholder 7"/>
          <p:cNvSpPr>
            <a:spLocks noGrp="1"/>
          </p:cNvSpPr>
          <p:nvPr>
            <p:ph type="ftr" sz="quarter" idx="11"/>
          </p:nvPr>
        </p:nvSpPr>
        <p:spPr/>
        <p:txBody>
          <a:bodyPr/>
          <a:lstStyle>
            <a:extLst/>
          </a:lstStyle>
          <a:p>
            <a:endParaRPr lang="en-US" dirty="0"/>
          </a:p>
        </p:txBody>
      </p:sp>
      <p:sp>
        <p:nvSpPr>
          <p:cNvPr id="9" name="Slide Number Placeholder 8"/>
          <p:cNvSpPr>
            <a:spLocks noGrp="1"/>
          </p:cNvSpPr>
          <p:nvPr>
            <p:ph type="sldNum" sz="quarter" idx="12"/>
          </p:nvPr>
        </p:nvSpPr>
        <p:spPr/>
        <p:txBody>
          <a:bodyPr/>
          <a:lstStyle>
            <a:extLst/>
          </a:lstStyle>
          <a:p>
            <a:fld id="{2170A67C-D8FF-457C-812D-F009FC25075D}"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8D407A9E-0F11-4D3C-A445-7646260239FA}" type="datetimeFigureOut">
              <a:rPr lang="en-US" smtClean="0"/>
              <a:pPr/>
              <a:t>9/3/2026</a:t>
            </a:fld>
            <a:endParaRPr lang="en-US" dirty="0"/>
          </a:p>
        </p:txBody>
      </p:sp>
      <p:sp>
        <p:nvSpPr>
          <p:cNvPr id="4" name="Footer Placeholder 3"/>
          <p:cNvSpPr>
            <a:spLocks noGrp="1"/>
          </p:cNvSpPr>
          <p:nvPr>
            <p:ph type="ftr" sz="quarter" idx="11"/>
          </p:nvPr>
        </p:nvSpPr>
        <p:spPr/>
        <p:txBody>
          <a:bodyPr/>
          <a:lstStyle>
            <a:extLst/>
          </a:lstStyle>
          <a:p>
            <a:endParaRPr lang="en-US" dirty="0"/>
          </a:p>
        </p:txBody>
      </p:sp>
      <p:sp>
        <p:nvSpPr>
          <p:cNvPr id="5" name="Slide Number Placeholder 4"/>
          <p:cNvSpPr>
            <a:spLocks noGrp="1"/>
          </p:cNvSpPr>
          <p:nvPr>
            <p:ph type="sldNum" sz="quarter" idx="12"/>
          </p:nvPr>
        </p:nvSpPr>
        <p:spPr/>
        <p:txBody>
          <a:bodyPr/>
          <a:lstStyle>
            <a:extLst/>
          </a:lstStyle>
          <a:p>
            <a:fld id="{2170A67C-D8FF-457C-812D-F009FC25075D}"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2"/>
                </a:solidFill>
              </a:defRPr>
            </a:lvl1pPr>
            <a:extLst/>
          </a:lstStyle>
          <a:p>
            <a:fld id="{8D407A9E-0F11-4D3C-A445-7646260239FA}" type="datetimeFigureOut">
              <a:rPr lang="en-US" smtClean="0"/>
              <a:pPr/>
              <a:t>9/3/2026</a:t>
            </a:fld>
            <a:endParaRPr lang="en-US" dirty="0"/>
          </a:p>
        </p:txBody>
      </p:sp>
      <p:sp>
        <p:nvSpPr>
          <p:cNvPr id="3" name="Footer Placeholder 2"/>
          <p:cNvSpPr>
            <a:spLocks noGrp="1"/>
          </p:cNvSpPr>
          <p:nvPr>
            <p:ph type="ftr" sz="quarter" idx="11"/>
          </p:nvPr>
        </p:nvSpPr>
        <p:spPr/>
        <p:txBody>
          <a:bodyPr/>
          <a:lstStyle>
            <a:lvl1pPr>
              <a:defRPr>
                <a:solidFill>
                  <a:schemeClr val="tx2"/>
                </a:solidFill>
              </a:defRPr>
            </a:lvl1pPr>
            <a:extLst/>
          </a:lstStyle>
          <a:p>
            <a:endParaRPr lang="en-US" dirty="0"/>
          </a:p>
        </p:txBody>
      </p:sp>
      <p:sp>
        <p:nvSpPr>
          <p:cNvPr id="4" name="Slide Number Placeholder 3"/>
          <p:cNvSpPr>
            <a:spLocks noGrp="1"/>
          </p:cNvSpPr>
          <p:nvPr>
            <p:ph type="sldNum" sz="quarter" idx="12"/>
          </p:nvPr>
        </p:nvSpPr>
        <p:spPr/>
        <p:txBody>
          <a:bodyPr/>
          <a:lstStyle>
            <a:extLst/>
          </a:lstStyle>
          <a:p>
            <a:fld id="{2170A67C-D8FF-457C-812D-F009FC25075D}"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5897880" cy="1173480"/>
          </a:xfrm>
        </p:spPr>
        <p:txBody>
          <a:bodyPr wrap="square" anchor="b"/>
          <a:lstStyle>
            <a:lvl1pPr algn="l">
              <a:buNone/>
              <a:defRPr lang="en-US" sz="2400" baseline="0" smtClean="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97416"/>
            <a:ext cx="5897880" cy="602512"/>
          </a:xfrm>
        </p:spPr>
        <p:txBody>
          <a:bodyPr rot="0" spcFirstLastPara="0" vertOverflow="overflow" horzOverflow="overflow" vert="horz" wrap="square" lIns="45720" tIns="0" rIns="0" bIns="0" numCol="1" spcCol="0" rtlCol="0" fromWordArt="0" anchor="t" anchorCtr="0" forceAA="0" compatLnSpc="1">
            <a:normAutofit/>
          </a:bodyPr>
          <a:lstStyle>
            <a:lvl1pPr marL="0" indent="0">
              <a:spcBef>
                <a:spcPts val="0"/>
              </a:spcBef>
              <a:spcAft>
                <a:spcPts val="0"/>
              </a:spcAft>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7239000" cy="4371752"/>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8D407A9E-0F11-4D3C-A445-7646260239FA}" type="datetimeFigureOut">
              <a:rPr lang="en-US" smtClean="0"/>
              <a:pPr/>
              <a:t>9/3/2026</a:t>
            </a:fld>
            <a:endParaRPr lang="en-US" dirty="0"/>
          </a:p>
        </p:txBody>
      </p:sp>
      <p:sp>
        <p:nvSpPr>
          <p:cNvPr id="6" name="Footer Placeholder 5"/>
          <p:cNvSpPr>
            <a:spLocks noGrp="1"/>
          </p:cNvSpPr>
          <p:nvPr>
            <p:ph type="ftr" sz="quarter" idx="11"/>
          </p:nvPr>
        </p:nvSpPr>
        <p:spPr/>
        <p:txBody>
          <a:bodyPr/>
          <a:lstStyle>
            <a:extLst/>
          </a:lstStyle>
          <a:p>
            <a:endParaRPr lang="en-US" dirty="0"/>
          </a:p>
        </p:txBody>
      </p:sp>
      <p:sp>
        <p:nvSpPr>
          <p:cNvPr id="7" name="Slide Number Placeholder 6"/>
          <p:cNvSpPr>
            <a:spLocks noGrp="1"/>
          </p:cNvSpPr>
          <p:nvPr>
            <p:ph type="sldNum" sz="quarter" idx="12"/>
          </p:nvPr>
        </p:nvSpPr>
        <p:spPr/>
        <p:txBody>
          <a:bodyPr/>
          <a:lstStyle>
            <a:extLst/>
          </a:lstStyle>
          <a:p>
            <a:fld id="{2170A67C-D8FF-457C-812D-F009FC25075D}"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rot="21240000">
            <a:off x="597968" y="1004668"/>
            <a:ext cx="4319527" cy="4312573"/>
          </a:xfrm>
          <a:prstGeom prst="rect">
            <a:avLst/>
          </a:prstGeom>
          <a:solidFill>
            <a:srgbClr val="FAFAFA"/>
          </a:solidFill>
          <a:ln w="1270" cap="rnd" cmpd="sng" algn="ctr">
            <a:solidFill>
              <a:srgbClr val="EAEAEA"/>
            </a:solidFill>
            <a:prstDash val="solid"/>
          </a:ln>
          <a:effectLst>
            <a:outerShdw blurRad="25000" dist="12700" dir="5400000" algn="t"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dirty="0"/>
          </a:p>
        </p:txBody>
      </p:sp>
      <p:sp>
        <p:nvSpPr>
          <p:cNvPr id="9" name="Rectangle 8"/>
          <p:cNvSpPr/>
          <p:nvPr/>
        </p:nvSpPr>
        <p:spPr>
          <a:xfrm rot="21420000">
            <a:off x="596706" y="998816"/>
            <a:ext cx="4319527" cy="4312573"/>
          </a:xfrm>
          <a:prstGeom prst="rect">
            <a:avLst/>
          </a:prstGeom>
          <a:solidFill>
            <a:srgbClr val="FAFAFA"/>
          </a:solidFill>
          <a:ln w="1270" cap="rnd" cmpd="sng" algn="ctr">
            <a:solidFill>
              <a:srgbClr val="EAEAEA"/>
            </a:solidFill>
            <a:prstDash val="solid"/>
          </a:ln>
          <a:effectLst>
            <a:outerShdw blurRad="28000" dist="12700" dir="5400000" algn="tl"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dirty="0"/>
          </a:p>
        </p:txBody>
      </p:sp>
      <p:sp>
        <p:nvSpPr>
          <p:cNvPr id="2" name="Title 1"/>
          <p:cNvSpPr>
            <a:spLocks noGrp="1"/>
          </p:cNvSpPr>
          <p:nvPr>
            <p:ph type="title"/>
          </p:nvPr>
        </p:nvSpPr>
        <p:spPr>
          <a:xfrm>
            <a:off x="5389098" y="1143000"/>
            <a:ext cx="3429000" cy="2057400"/>
          </a:xfrm>
        </p:spPr>
        <p:txBody>
          <a:bodyPr vert="horz" anchor="b"/>
          <a:lstStyle>
            <a:lvl1pPr algn="l">
              <a:buNone/>
              <a:defRPr sz="3000" b="1" baseline="0">
                <a:ln w="500">
                  <a:solidFill>
                    <a:schemeClr val="tx2">
                      <a:shade val="10000"/>
                      <a:satMod val="135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defRPr>
            </a:lvl1pPr>
            <a:extLst/>
          </a:lstStyle>
          <a:p>
            <a:r>
              <a:rPr kumimoji="0" lang="en-US" smtClean="0"/>
              <a:t>Click to edit Master title style</a:t>
            </a:r>
            <a:endParaRPr kumimoji="0" lang="en-US" dirty="0"/>
          </a:p>
        </p:txBody>
      </p:sp>
      <p:sp>
        <p:nvSpPr>
          <p:cNvPr id="4" name="Text Placeholder 3"/>
          <p:cNvSpPr>
            <a:spLocks noGrp="1"/>
          </p:cNvSpPr>
          <p:nvPr>
            <p:ph type="body" sz="half" idx="2"/>
          </p:nvPr>
        </p:nvSpPr>
        <p:spPr>
          <a:xfrm>
            <a:off x="5389098" y="3283634"/>
            <a:ext cx="3429000" cy="1920240"/>
          </a:xfrm>
        </p:spPr>
        <p:txBody>
          <a:bodyPr rot="0" spcFirstLastPara="0" vertOverflow="overflow" horzOverflow="overflow" vert="horz" wrap="square" lIns="82296" tIns="0" rIns="0" bIns="0" numCol="1" spcCol="0" rtlCol="0" fromWordArt="0" anchor="t" anchorCtr="0" forceAA="0" compatLnSpc="1">
            <a:normAutofit/>
          </a:bodyPr>
          <a:lstStyle>
            <a:lvl1pPr marL="0" indent="0">
              <a:lnSpc>
                <a:spcPct val="100000"/>
              </a:lnSpc>
              <a:spcBef>
                <a:spcPts val="0"/>
              </a:spcBef>
              <a:buFontTx/>
              <a:buNone/>
              <a:defRPr sz="1400" baseline="0">
                <a:solidFill>
                  <a:schemeClr val="tx1"/>
                </a:solidFill>
              </a:defRPr>
            </a:lvl1pPr>
            <a:lvl2pPr>
              <a:defRPr sz="1200"/>
            </a:lvl2pPr>
            <a:lvl3pPr>
              <a:defRPr sz="1000"/>
            </a:lvl3pPr>
            <a:lvl4pPr>
              <a:defRPr sz="900"/>
            </a:lvl4pPr>
            <a:lvl5pPr>
              <a:defRPr sz="900"/>
            </a:lvl5pPr>
            <a:extLst/>
          </a:lstStyle>
          <a:p>
            <a:pPr marL="0" marR="0" lvl="0" indent="0" algn="l" defTabSz="0" rtl="0" eaLnBrk="1" fontAlgn="auto" latinLnBrk="0" hangingPunct="1">
              <a:lnSpc>
                <a:spcPct val="100000"/>
              </a:lnSpc>
              <a:spcBef>
                <a:spcPts val="0"/>
              </a:spcBef>
              <a:spcAft>
                <a:spcPts val="0"/>
              </a:spcAft>
              <a:buClr>
                <a:schemeClr val="tx2"/>
              </a:buClr>
              <a:buSzPct val="73000"/>
              <a:buFontTx/>
              <a:buNone/>
              <a:tabLst/>
              <a:defRPr/>
            </a:pPr>
            <a:r>
              <a:rPr kumimoji="0" lang="en-US" smtClean="0"/>
              <a:t>Click to edit Master text styles</a:t>
            </a:r>
          </a:p>
        </p:txBody>
      </p:sp>
      <p:sp>
        <p:nvSpPr>
          <p:cNvPr id="5" name="Date Placeholder 4"/>
          <p:cNvSpPr>
            <a:spLocks noGrp="1"/>
          </p:cNvSpPr>
          <p:nvPr>
            <p:ph type="dt" sz="half" idx="10"/>
          </p:nvPr>
        </p:nvSpPr>
        <p:spPr/>
        <p:txBody>
          <a:bodyPr/>
          <a:lstStyle>
            <a:extLst/>
          </a:lstStyle>
          <a:p>
            <a:fld id="{8D407A9E-0F11-4D3C-A445-7646260239FA}" type="datetimeFigureOut">
              <a:rPr lang="en-US" smtClean="0"/>
              <a:pPr/>
              <a:t>9/3/2026</a:t>
            </a:fld>
            <a:endParaRPr lang="en-US" dirty="0"/>
          </a:p>
        </p:txBody>
      </p:sp>
      <p:sp>
        <p:nvSpPr>
          <p:cNvPr id="6" name="Footer Placeholder 5"/>
          <p:cNvSpPr>
            <a:spLocks noGrp="1"/>
          </p:cNvSpPr>
          <p:nvPr>
            <p:ph type="ftr" sz="quarter" idx="11"/>
          </p:nvPr>
        </p:nvSpPr>
        <p:spPr/>
        <p:txBody>
          <a:bodyPr/>
          <a:lstStyle>
            <a:extLst/>
          </a:lstStyle>
          <a:p>
            <a:endParaRPr lang="en-US" dirty="0"/>
          </a:p>
        </p:txBody>
      </p:sp>
      <p:sp>
        <p:nvSpPr>
          <p:cNvPr id="7" name="Slide Number Placeholder 6"/>
          <p:cNvSpPr>
            <a:spLocks noGrp="1"/>
          </p:cNvSpPr>
          <p:nvPr>
            <p:ph type="sldNum" sz="quarter" idx="12"/>
          </p:nvPr>
        </p:nvSpPr>
        <p:spPr/>
        <p:txBody>
          <a:bodyPr/>
          <a:lstStyle>
            <a:extLst/>
          </a:lstStyle>
          <a:p>
            <a:fld id="{2170A67C-D8FF-457C-812D-F009FC25075D}" type="slidenum">
              <a:rPr lang="en-US" smtClean="0"/>
              <a:pPr/>
              <a:t>‹#›</a:t>
            </a:fld>
            <a:endParaRPr lang="en-US" dirty="0"/>
          </a:p>
        </p:txBody>
      </p:sp>
      <p:sp>
        <p:nvSpPr>
          <p:cNvPr id="10" name="Picture Placeholder 9"/>
          <p:cNvSpPr>
            <a:spLocks noGrp="1"/>
          </p:cNvSpPr>
          <p:nvPr>
            <p:ph type="pic" idx="1"/>
          </p:nvPr>
        </p:nvSpPr>
        <p:spPr>
          <a:xfrm>
            <a:off x="663682" y="1041002"/>
            <a:ext cx="4206240" cy="4206240"/>
          </a:xfrm>
          <a:solidFill>
            <a:schemeClr val="bg2">
              <a:shade val="50000"/>
            </a:schemeClr>
          </a:solidFill>
          <a:ln w="107950">
            <a:solidFill>
              <a:srgbClr val="FFFFFF"/>
            </a:solidFill>
            <a:miter lim="800000"/>
          </a:ln>
          <a:effectLst>
            <a:outerShdw blurRad="44450" dist="3810" dir="5400000" algn="tl" rotWithShape="0">
              <a:srgbClr val="000000">
                <a:alpha val="60000"/>
              </a:srgbClr>
            </a:outerShdw>
          </a:effectLst>
          <a:scene3d>
            <a:camera prst="orthographicFront"/>
            <a:lightRig rig="threePt" dir="t"/>
          </a:scene3d>
          <a:sp3d contourW="3810">
            <a:contourClr>
              <a:srgbClr val="969696"/>
            </a:contourClr>
          </a:sp3d>
        </p:spPr>
        <p:txBody>
          <a:bodyPr/>
          <a:lstStyle>
            <a:lvl1pPr marL="0" indent="0">
              <a:buNone/>
              <a:defRPr sz="3200"/>
            </a:lvl1pPr>
            <a:extLst/>
          </a:lstStyle>
          <a:p>
            <a:r>
              <a:rPr kumimoji="0" lang="en-US" dirty="0" smtClean="0"/>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8D407A9E-0F11-4D3C-A445-7646260239FA}" type="datetimeFigureOut">
              <a:rPr lang="en-US" smtClean="0"/>
              <a:pPr/>
              <a:t>9/3/2026</a:t>
            </a:fld>
            <a:endParaRPr lang="en-US" dirty="0"/>
          </a:p>
        </p:txBody>
      </p:sp>
      <p:sp>
        <p:nvSpPr>
          <p:cNvPr id="5" name="Footer Placeholder 4"/>
          <p:cNvSpPr>
            <a:spLocks noGrp="1"/>
          </p:cNvSpPr>
          <p:nvPr>
            <p:ph type="ftr" sz="quarter" idx="11"/>
          </p:nvPr>
        </p:nvSpPr>
        <p:spPr/>
        <p:txBody>
          <a:bodyPr/>
          <a:lstStyle>
            <a:extLst/>
          </a:lstStyle>
          <a:p>
            <a:endParaRPr lang="en-US" dirty="0"/>
          </a:p>
        </p:txBody>
      </p:sp>
      <p:sp>
        <p:nvSpPr>
          <p:cNvPr id="6" name="Slide Number Placeholder 5"/>
          <p:cNvSpPr>
            <a:spLocks noGrp="1"/>
          </p:cNvSpPr>
          <p:nvPr>
            <p:ph type="sldNum" sz="quarter" idx="12"/>
          </p:nvPr>
        </p:nvSpPr>
        <p:spPr/>
        <p:txBody>
          <a:bodyPr/>
          <a:lstStyle>
            <a:extLst/>
          </a:lstStyle>
          <a:p>
            <a:fld id="{2170A67C-D8FF-457C-812D-F009FC25075D}"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274955"/>
            <a:ext cx="1524000" cy="5851525"/>
          </a:xfrm>
        </p:spPr>
        <p:txBody>
          <a:bodyPr vert="eaVert" ancho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2"/>
            <a:ext cx="60198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4242816" y="6557946"/>
            <a:ext cx="2002464" cy="226902"/>
          </a:xfrm>
        </p:spPr>
        <p:txBody>
          <a:bodyPr/>
          <a:lstStyle>
            <a:extLst/>
          </a:lstStyle>
          <a:p>
            <a:fld id="{8D407A9E-0F11-4D3C-A445-7646260239FA}" type="datetimeFigureOut">
              <a:rPr lang="en-US" smtClean="0"/>
              <a:pPr/>
              <a:t>9/3/2026</a:t>
            </a:fld>
            <a:endParaRPr lang="en-US" dirty="0"/>
          </a:p>
        </p:txBody>
      </p:sp>
      <p:sp>
        <p:nvSpPr>
          <p:cNvPr id="5" name="Footer Placeholder 4"/>
          <p:cNvSpPr>
            <a:spLocks noGrp="1"/>
          </p:cNvSpPr>
          <p:nvPr>
            <p:ph type="ftr" sz="quarter" idx="11"/>
          </p:nvPr>
        </p:nvSpPr>
        <p:spPr>
          <a:xfrm>
            <a:off x="457200" y="6556248"/>
            <a:ext cx="3657600" cy="228600"/>
          </a:xfrm>
        </p:spPr>
        <p:txBody>
          <a:bodyPr/>
          <a:lstStyle>
            <a:extLst/>
          </a:lstStyle>
          <a:p>
            <a:endParaRPr lang="en-US" dirty="0"/>
          </a:p>
        </p:txBody>
      </p:sp>
      <p:sp>
        <p:nvSpPr>
          <p:cNvPr id="6" name="Slide Number Placeholder 5"/>
          <p:cNvSpPr>
            <a:spLocks noGrp="1"/>
          </p:cNvSpPr>
          <p:nvPr>
            <p:ph type="sldNum" sz="quarter" idx="12"/>
          </p:nvPr>
        </p:nvSpPr>
        <p:spPr>
          <a:xfrm>
            <a:off x="6254496" y="6553200"/>
            <a:ext cx="588336" cy="228600"/>
          </a:xfrm>
        </p:spPr>
        <p:txBody>
          <a:bodyPr/>
          <a:lstStyle>
            <a:lvl1pPr>
              <a:defRPr>
                <a:solidFill>
                  <a:schemeClr val="tx2"/>
                </a:solidFill>
              </a:defRPr>
            </a:lvl1pPr>
            <a:extLst/>
          </a:lstStyle>
          <a:p>
            <a:fld id="{2170A67C-D8FF-457C-812D-F009FC25075D}"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9" name="Rectangle 8"/>
          <p:cNvSpPr/>
          <p:nvPr/>
        </p:nvSpPr>
        <p:spPr>
          <a:xfrm flipH="1">
            <a:off x="8153400" y="0"/>
            <a:ext cx="990600" cy="6858000"/>
          </a:xfrm>
          <a:prstGeom prst="rect">
            <a:avLst/>
          </a:prstGeom>
          <a:blipFill>
            <a:blip r:embed="rId13">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10000" r="50000" b="-10000"/>
                </a:path>
                <a:tileRect/>
              </a:gradFill>
            </a:fillOverlay>
            <a:innerShdw blurRad="63500" dist="44450" dir="10800000">
              <a:srgbClr val="000000">
                <a:alpha val="45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3" name="Title Placeholder 2"/>
          <p:cNvSpPr>
            <a:spLocks noGrp="1"/>
          </p:cNvSpPr>
          <p:nvPr>
            <p:ph type="title"/>
          </p:nvPr>
        </p:nvSpPr>
        <p:spPr>
          <a:xfrm>
            <a:off x="457200" y="320040"/>
            <a:ext cx="7239000" cy="1143000"/>
          </a:xfrm>
          <a:prstGeom prst="rect">
            <a:avLst/>
          </a:prstGeom>
        </p:spPr>
        <p:txBody>
          <a:bodyPr vert="horz" lIns="45720" tIns="0" rIns="45720" bIns="0" anchor="b" anchorCtr="0">
            <a:normAutofit/>
          </a:bodyPr>
          <a:lstStyle>
            <a:extLst/>
          </a:lstStyle>
          <a:p>
            <a:r>
              <a:rPr kumimoji="0" lang="en-US" smtClean="0"/>
              <a:t>Click to edit Master title style</a:t>
            </a:r>
            <a:endParaRPr kumimoji="0" lang="en-US"/>
          </a:p>
        </p:txBody>
      </p:sp>
      <p:sp>
        <p:nvSpPr>
          <p:cNvPr id="31" name="Text Placeholder 30"/>
          <p:cNvSpPr>
            <a:spLocks noGrp="1"/>
          </p:cNvSpPr>
          <p:nvPr>
            <p:ph type="body" idx="1"/>
          </p:nvPr>
        </p:nvSpPr>
        <p:spPr>
          <a:xfrm>
            <a:off x="457200" y="1609416"/>
            <a:ext cx="7239000" cy="4846320"/>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7" name="Date Placeholder 26"/>
          <p:cNvSpPr>
            <a:spLocks noGrp="1"/>
          </p:cNvSpPr>
          <p:nvPr>
            <p:ph type="dt" sz="half" idx="2"/>
          </p:nvPr>
        </p:nvSpPr>
        <p:spPr>
          <a:xfrm>
            <a:off x="4245936" y="6557946"/>
            <a:ext cx="2002464" cy="226902"/>
          </a:xfrm>
          <a:prstGeom prst="rect">
            <a:avLst/>
          </a:prstGeom>
        </p:spPr>
        <p:txBody>
          <a:bodyPr vert="horz" tIns="0" bIns="0" anchor="b"/>
          <a:lstStyle>
            <a:lvl1pPr algn="l" eaLnBrk="1" latinLnBrk="0" hangingPunct="1">
              <a:defRPr kumimoji="0" sz="1000">
                <a:solidFill>
                  <a:schemeClr val="tx2"/>
                </a:solidFill>
              </a:defRPr>
            </a:lvl1pPr>
            <a:extLst/>
          </a:lstStyle>
          <a:p>
            <a:fld id="{8D407A9E-0F11-4D3C-A445-7646260239FA}" type="datetimeFigureOut">
              <a:rPr lang="en-US" smtClean="0"/>
              <a:pPr/>
              <a:t>9/3/2026</a:t>
            </a:fld>
            <a:endParaRPr lang="en-US" dirty="0"/>
          </a:p>
        </p:txBody>
      </p:sp>
      <p:sp>
        <p:nvSpPr>
          <p:cNvPr id="4" name="Footer Placeholder 3"/>
          <p:cNvSpPr>
            <a:spLocks noGrp="1"/>
          </p:cNvSpPr>
          <p:nvPr>
            <p:ph type="ftr" sz="quarter" idx="3"/>
          </p:nvPr>
        </p:nvSpPr>
        <p:spPr>
          <a:xfrm>
            <a:off x="457200" y="6557946"/>
            <a:ext cx="3657600" cy="228600"/>
          </a:xfrm>
          <a:prstGeom prst="rect">
            <a:avLst/>
          </a:prstGeom>
        </p:spPr>
        <p:txBody>
          <a:bodyPr vert="horz" tIns="0" bIns="0" anchor="b"/>
          <a:lstStyle>
            <a:lvl1pPr algn="r" eaLnBrk="1" latinLnBrk="0" hangingPunct="1">
              <a:defRPr kumimoji="0" sz="1000">
                <a:solidFill>
                  <a:schemeClr val="tx2"/>
                </a:solidFill>
              </a:defRPr>
            </a:lvl1pPr>
            <a:extLst/>
          </a:lstStyle>
          <a:p>
            <a:endParaRPr lang="en-US" dirty="0"/>
          </a:p>
        </p:txBody>
      </p:sp>
      <p:sp>
        <p:nvSpPr>
          <p:cNvPr id="16" name="Slide Number Placeholder 15"/>
          <p:cNvSpPr>
            <a:spLocks noGrp="1"/>
          </p:cNvSpPr>
          <p:nvPr>
            <p:ph type="sldNum" sz="quarter" idx="4"/>
          </p:nvPr>
        </p:nvSpPr>
        <p:spPr>
          <a:xfrm>
            <a:off x="6251448" y="6556248"/>
            <a:ext cx="588336" cy="228600"/>
          </a:xfrm>
          <a:prstGeom prst="rect">
            <a:avLst/>
          </a:prstGeom>
        </p:spPr>
        <p:txBody>
          <a:bodyPr vert="horz" lIns="0" tIns="0" rIns="0" bIns="0" anchor="b"/>
          <a:lstStyle>
            <a:lvl1pPr algn="r" eaLnBrk="1" latinLnBrk="0" hangingPunct="1">
              <a:defRPr kumimoji="0" sz="1100">
                <a:solidFill>
                  <a:schemeClr val="tx2"/>
                </a:solidFill>
              </a:defRPr>
            </a:lvl1pPr>
            <a:extLst/>
          </a:lstStyle>
          <a:p>
            <a:fld id="{2170A67C-D8FF-457C-812D-F009FC25075D}" type="slidenum">
              <a:rPr lang="en-US" smtClean="0"/>
              <a:pPr/>
              <a:t>‹#›</a:t>
            </a:fld>
            <a:endParaRPr lang="en-US" dirty="0"/>
          </a:p>
        </p:txBody>
      </p:sp>
    </p:spTree>
  </p:cSld>
  <p:clrMap bg1="dk1" tx1="lt1" bg2="dk2" tx2="lt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rtl="0"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mj-lt"/>
          <a:ea typeface="+mj-ea"/>
          <a:cs typeface="+mj-cs"/>
        </a:defRPr>
      </a:lvl1pPr>
      <a:extLst/>
    </p:titleStyle>
    <p:body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HR INTEVIEW QUESTIONS</a:t>
            </a:r>
            <a:endParaRPr lang="en-US" dirty="0"/>
          </a:p>
        </p:txBody>
      </p:sp>
      <p:sp>
        <p:nvSpPr>
          <p:cNvPr id="3" name="Subtitle 2"/>
          <p:cNvSpPr>
            <a:spLocks noGrp="1"/>
          </p:cNvSpPr>
          <p:nvPr>
            <p:ph type="subTitle" idx="1"/>
          </p:nvPr>
        </p:nvSpPr>
        <p:spPr>
          <a:xfrm>
            <a:off x="3429000" y="4419600"/>
            <a:ext cx="5114778" cy="1101248"/>
          </a:xfrm>
        </p:spPr>
        <p:txBody>
          <a:bodyPr/>
          <a:lstStyle/>
          <a:p>
            <a:r>
              <a:rPr lang="en-US" b="1" dirty="0" smtClean="0">
                <a:solidFill>
                  <a:srgbClr val="7030A0"/>
                </a:solidFill>
              </a:rPr>
              <a:t>Priyanka Raj</a:t>
            </a:r>
            <a:endParaRPr lang="en-US" b="1" dirty="0">
              <a:solidFill>
                <a:srgbClr val="7030A0"/>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Tell me about yourself</a:t>
            </a:r>
            <a:endParaRPr lang="en-US" dirty="0"/>
          </a:p>
        </p:txBody>
      </p:sp>
      <p:sp>
        <p:nvSpPr>
          <p:cNvPr id="3" name="Content Placeholder 2"/>
          <p:cNvSpPr>
            <a:spLocks noGrp="1"/>
          </p:cNvSpPr>
          <p:nvPr>
            <p:ph idx="1"/>
          </p:nvPr>
        </p:nvSpPr>
        <p:spPr/>
        <p:txBody>
          <a:bodyPr/>
          <a:lstStyle/>
          <a:p>
            <a:r>
              <a:rPr lang="en-US" dirty="0" smtClean="0"/>
              <a:t>My name is ___________. I live in ________ . I have done____________________________.</a:t>
            </a:r>
          </a:p>
          <a:p>
            <a:pPr>
              <a:buNone/>
            </a:pPr>
            <a:r>
              <a:rPr lang="en-US" dirty="0" smtClean="0"/>
              <a:t>   I have _____________ exp. In HR field. I have parents, younger brother &amp; sister in my family. My hobbies are _______________. </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What are your strengths</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I am a honest, self motivated and hard working girl/boy with positive attitude towards my career and life. I can easily adapt any environment and believe in work with team.</a:t>
            </a:r>
          </a:p>
          <a:p>
            <a:endParaRPr lang="en-US" dirty="0" smtClean="0"/>
          </a:p>
          <a:p>
            <a:pPr>
              <a:buNone/>
            </a:pPr>
            <a:r>
              <a:rPr lang="en-US" dirty="0" smtClean="0">
                <a:solidFill>
                  <a:schemeClr val="bg1"/>
                </a:solidFill>
              </a:rPr>
              <a:t>You can also point out</a:t>
            </a:r>
          </a:p>
          <a:p>
            <a:r>
              <a:rPr lang="en-US" dirty="0" smtClean="0">
                <a:solidFill>
                  <a:schemeClr val="bg1"/>
                </a:solidFill>
              </a:rPr>
              <a:t>Adaptability</a:t>
            </a:r>
          </a:p>
          <a:p>
            <a:r>
              <a:rPr lang="en-US" dirty="0" smtClean="0">
                <a:solidFill>
                  <a:schemeClr val="bg1"/>
                </a:solidFill>
              </a:rPr>
              <a:t>Hard working</a:t>
            </a:r>
          </a:p>
          <a:p>
            <a:r>
              <a:rPr lang="en-US" dirty="0" smtClean="0">
                <a:solidFill>
                  <a:schemeClr val="bg1"/>
                </a:solidFill>
              </a:rPr>
              <a:t>Honest</a:t>
            </a:r>
          </a:p>
          <a:p>
            <a:r>
              <a:rPr lang="en-US" dirty="0" smtClean="0">
                <a:solidFill>
                  <a:schemeClr val="bg1"/>
                </a:solidFill>
              </a:rPr>
              <a:t>Flexibility</a:t>
            </a:r>
          </a:p>
          <a:p>
            <a:r>
              <a:rPr lang="en-US" dirty="0" smtClean="0">
                <a:solidFill>
                  <a:schemeClr val="bg1"/>
                </a:solidFill>
              </a:rPr>
              <a:t>Optimistic</a:t>
            </a:r>
          </a:p>
          <a:p>
            <a:r>
              <a:rPr lang="en-US" dirty="0" smtClean="0">
                <a:solidFill>
                  <a:schemeClr val="bg1"/>
                </a:solidFill>
              </a:rPr>
              <a:t>Fast decision making</a:t>
            </a:r>
          </a:p>
          <a:p>
            <a:r>
              <a:rPr lang="en-US" dirty="0" smtClean="0">
                <a:solidFill>
                  <a:schemeClr val="bg1"/>
                </a:solidFill>
              </a:rPr>
              <a:t>Quick learner</a:t>
            </a:r>
          </a:p>
          <a:p>
            <a:r>
              <a:rPr lang="en-US" dirty="0" smtClean="0">
                <a:solidFill>
                  <a:schemeClr val="bg1"/>
                </a:solidFill>
              </a:rPr>
              <a:t>Persistence</a:t>
            </a:r>
          </a:p>
          <a:p>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are your weakness</a:t>
            </a:r>
            <a:endParaRPr lang="en-US" dirty="0"/>
          </a:p>
        </p:txBody>
      </p:sp>
      <p:sp>
        <p:nvSpPr>
          <p:cNvPr id="3" name="Content Placeholder 2"/>
          <p:cNvSpPr>
            <a:spLocks noGrp="1"/>
          </p:cNvSpPr>
          <p:nvPr>
            <p:ph idx="1"/>
          </p:nvPr>
        </p:nvSpPr>
        <p:spPr/>
        <p:txBody>
          <a:bodyPr>
            <a:normAutofit lnSpcReduction="10000"/>
          </a:bodyPr>
          <a:lstStyle/>
          <a:p>
            <a:r>
              <a:rPr lang="en-US" dirty="0" smtClean="0"/>
              <a:t>I become impatient at times when my teammates don’t pull their weight. I am very organized and believe to complete task within time. So, when a colleague falls behind on his/her work, I become impatient and then need to deal with the shortcoming.</a:t>
            </a:r>
          </a:p>
          <a:p>
            <a:pPr>
              <a:buNone/>
            </a:pPr>
            <a:endParaRPr lang="en-US" dirty="0" smtClean="0"/>
          </a:p>
          <a:p>
            <a:pPr>
              <a:buNone/>
            </a:pPr>
            <a:r>
              <a:rPr lang="en-US" dirty="0" smtClean="0">
                <a:solidFill>
                  <a:schemeClr val="bg1"/>
                </a:solidFill>
              </a:rPr>
              <a:t>You can also point out</a:t>
            </a:r>
          </a:p>
          <a:p>
            <a:r>
              <a:rPr lang="en-US" dirty="0" smtClean="0">
                <a:solidFill>
                  <a:schemeClr val="bg1"/>
                </a:solidFill>
              </a:rPr>
              <a:t>Straight forward</a:t>
            </a:r>
          </a:p>
          <a:p>
            <a:r>
              <a:rPr lang="en-US" dirty="0" smtClean="0">
                <a:solidFill>
                  <a:schemeClr val="bg1"/>
                </a:solidFill>
              </a:rPr>
              <a:t>Sensitive</a:t>
            </a:r>
          </a:p>
          <a:p>
            <a:r>
              <a:rPr lang="en-US" dirty="0" smtClean="0">
                <a:solidFill>
                  <a:schemeClr val="bg1"/>
                </a:solidFill>
              </a:rPr>
              <a:t>Trust people very quickly</a:t>
            </a:r>
          </a:p>
          <a:p>
            <a:r>
              <a:rPr lang="en-US" dirty="0" smtClean="0">
                <a:solidFill>
                  <a:schemeClr val="bg1"/>
                </a:solidFill>
              </a:rPr>
              <a:t>Too Ambitious</a:t>
            </a:r>
          </a:p>
          <a:p>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Why do you want to work at our company</a:t>
            </a:r>
            <a:endParaRPr lang="en-US" dirty="0"/>
          </a:p>
        </p:txBody>
      </p:sp>
      <p:sp>
        <p:nvSpPr>
          <p:cNvPr id="3" name="Content Placeholder 2"/>
          <p:cNvSpPr>
            <a:spLocks noGrp="1"/>
          </p:cNvSpPr>
          <p:nvPr>
            <p:ph idx="1"/>
          </p:nvPr>
        </p:nvSpPr>
        <p:spPr/>
        <p:txBody>
          <a:bodyPr/>
          <a:lstStyle/>
          <a:p>
            <a:r>
              <a:rPr lang="en-US" dirty="0" smtClean="0"/>
              <a:t>Sir, it is a great privilege for anyone to work in a reputed company like yours. When I read about your company I found that my skills are matching with your requirements, Where I can showcase my technical skills to contribute to the company growth.</a:t>
            </a: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should I hire you</a:t>
            </a:r>
            <a:endParaRPr lang="en-US" dirty="0"/>
          </a:p>
        </p:txBody>
      </p:sp>
      <p:sp>
        <p:nvSpPr>
          <p:cNvPr id="3" name="Content Placeholder 2"/>
          <p:cNvSpPr>
            <a:spLocks noGrp="1"/>
          </p:cNvSpPr>
          <p:nvPr>
            <p:ph idx="1"/>
          </p:nvPr>
        </p:nvSpPr>
        <p:spPr/>
        <p:txBody>
          <a:bodyPr/>
          <a:lstStyle/>
          <a:p>
            <a:r>
              <a:rPr lang="en-US" dirty="0" smtClean="0"/>
              <a:t>With reference to my work exp., skills, knowledge, I satisfy all the requirements for this job. I am sincere with my work and would never let you down in anyway. I promise you will never regret for the decision to appoint me in your organization.</a:t>
            </a: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What do you know about this company</a:t>
            </a:r>
            <a:endParaRPr lang="en-US" dirty="0"/>
          </a:p>
        </p:txBody>
      </p:sp>
      <p:sp>
        <p:nvSpPr>
          <p:cNvPr id="3" name="Content Placeholder 2"/>
          <p:cNvSpPr>
            <a:spLocks noGrp="1"/>
          </p:cNvSpPr>
          <p:nvPr>
            <p:ph idx="1"/>
          </p:nvPr>
        </p:nvSpPr>
        <p:spPr/>
        <p:txBody>
          <a:bodyPr>
            <a:normAutofit fontScale="92500"/>
          </a:bodyPr>
          <a:lstStyle/>
          <a:p>
            <a:r>
              <a:rPr lang="en-US" dirty="0" smtClean="0"/>
              <a:t>It is one of the best fastest growing company in India. The work environment of the company is very good. People feel proud to be part of the company as company provides full support to their employees in professional front it has many branches across the world so I have good opportunity to show my talent.</a:t>
            </a:r>
          </a:p>
          <a:p>
            <a:endParaRPr lang="en-US" dirty="0" smtClean="0"/>
          </a:p>
          <a:p>
            <a:pPr>
              <a:buNone/>
            </a:pPr>
            <a:r>
              <a:rPr lang="en-US" dirty="0" smtClean="0">
                <a:solidFill>
                  <a:srgbClr val="002060"/>
                </a:solidFill>
              </a:rPr>
              <a:t>   Study about company in details, Research about new projects, Know the names of their owners, partners, Study about Competitors, Products &amp; Services, Achievements, Working Environment</a:t>
            </a:r>
            <a:r>
              <a:rPr lang="en-US" dirty="0" smtClean="0">
                <a:solidFill>
                  <a:srgbClr val="0070C0"/>
                </a:solidFill>
              </a:rPr>
              <a:t>.</a:t>
            </a:r>
            <a:endParaRPr lang="en-US" dirty="0">
              <a:solidFill>
                <a:srgbClr val="0070C0"/>
              </a:solidFill>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Why are you looking for a job change</a:t>
            </a:r>
            <a:endParaRPr lang="en-US" dirty="0"/>
          </a:p>
        </p:txBody>
      </p:sp>
      <p:sp>
        <p:nvSpPr>
          <p:cNvPr id="3" name="Content Placeholder 2"/>
          <p:cNvSpPr>
            <a:spLocks noGrp="1"/>
          </p:cNvSpPr>
          <p:nvPr>
            <p:ph idx="1"/>
          </p:nvPr>
        </p:nvSpPr>
        <p:spPr/>
        <p:txBody>
          <a:bodyPr/>
          <a:lstStyle/>
          <a:p>
            <a:r>
              <a:rPr lang="en-US" dirty="0" smtClean="0"/>
              <a:t>I am thankful to my previous company to giving me a chance to work with them, where I learn many things. According to me changes are necessary for every one to enhance your skills, knowledge and for personal growth and financial growth. Your organization is the good platform where I can learn more.</a:t>
            </a: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What are your salary requirements</a:t>
            </a:r>
            <a:endParaRPr lang="en-US" dirty="0"/>
          </a:p>
        </p:txBody>
      </p:sp>
      <p:sp>
        <p:nvSpPr>
          <p:cNvPr id="3" name="Content Placeholder 2"/>
          <p:cNvSpPr>
            <a:spLocks noGrp="1"/>
          </p:cNvSpPr>
          <p:nvPr>
            <p:ph idx="1"/>
          </p:nvPr>
        </p:nvSpPr>
        <p:spPr>
          <a:xfrm>
            <a:off x="457200" y="1609416"/>
            <a:ext cx="7239000" cy="4867584"/>
          </a:xfrm>
        </p:spPr>
        <p:txBody>
          <a:bodyPr/>
          <a:lstStyle/>
          <a:p>
            <a:r>
              <a:rPr lang="en-US" dirty="0" smtClean="0"/>
              <a:t>I have ____ of exp. In HR field. My current CTC is ___ </a:t>
            </a:r>
            <a:r>
              <a:rPr lang="en-US" dirty="0" err="1" smtClean="0"/>
              <a:t>lpa</a:t>
            </a:r>
            <a:r>
              <a:rPr lang="en-US" dirty="0" smtClean="0"/>
              <a:t>. Salary has never been a big issues for me. Still I am expecting salary as company’s norms as per my designation and my qualification and experience Which can help me to maintain the standard of level of my personal and economical needs.</a:t>
            </a:r>
          </a:p>
          <a:p>
            <a:r>
              <a:rPr lang="en-US" dirty="0" smtClean="0"/>
              <a:t>I want an income with my ability and qualifications. I trust you will be fair with me.</a:t>
            </a:r>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What are your career goals</a:t>
            </a:r>
            <a:endParaRPr lang="en-US" dirty="0"/>
          </a:p>
        </p:txBody>
      </p:sp>
      <p:sp>
        <p:nvSpPr>
          <p:cNvPr id="3" name="Content Placeholder 2"/>
          <p:cNvSpPr>
            <a:spLocks noGrp="1"/>
          </p:cNvSpPr>
          <p:nvPr>
            <p:ph idx="1"/>
          </p:nvPr>
        </p:nvSpPr>
        <p:spPr/>
        <p:txBody>
          <a:bodyPr/>
          <a:lstStyle/>
          <a:p>
            <a:r>
              <a:rPr lang="en-US" dirty="0" smtClean="0"/>
              <a:t>My short term goal is to get a job in reputed company where I can utilize my skills and improve my career path.</a:t>
            </a:r>
          </a:p>
          <a:p>
            <a:r>
              <a:rPr lang="en-US" dirty="0" smtClean="0"/>
              <a:t>My long term goal is to be in respectable position in that organization.</a:t>
            </a: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Responsibilities of an HR manager</a:t>
            </a:r>
            <a:endParaRPr lang="en-US" dirty="0"/>
          </a:p>
        </p:txBody>
      </p:sp>
      <p:sp>
        <p:nvSpPr>
          <p:cNvPr id="3" name="Content Placeholder 2"/>
          <p:cNvSpPr>
            <a:spLocks noGrp="1"/>
          </p:cNvSpPr>
          <p:nvPr>
            <p:ph idx="1"/>
          </p:nvPr>
        </p:nvSpPr>
        <p:spPr/>
        <p:txBody>
          <a:bodyPr>
            <a:normAutofit fontScale="92500" lnSpcReduction="20000"/>
          </a:bodyPr>
          <a:lstStyle/>
          <a:p>
            <a:pPr>
              <a:buNone/>
            </a:pPr>
            <a:r>
              <a:rPr lang="en-US" dirty="0" smtClean="0"/>
              <a:t>Roles were:-</a:t>
            </a:r>
          </a:p>
          <a:p>
            <a:r>
              <a:rPr lang="en-US" dirty="0" smtClean="0"/>
              <a:t>Handling Recruitment process</a:t>
            </a:r>
          </a:p>
          <a:p>
            <a:pPr lvl="0"/>
            <a:r>
              <a:rPr lang="en-US" dirty="0" smtClean="0"/>
              <a:t>Training</a:t>
            </a:r>
          </a:p>
          <a:p>
            <a:pPr lvl="0"/>
            <a:r>
              <a:rPr lang="en-US" dirty="0" smtClean="0"/>
              <a:t>Organization Development</a:t>
            </a:r>
          </a:p>
          <a:p>
            <a:pPr lvl="0"/>
            <a:r>
              <a:rPr lang="en-US" dirty="0" smtClean="0"/>
              <a:t>Communication</a:t>
            </a:r>
          </a:p>
          <a:p>
            <a:pPr lvl="0"/>
            <a:r>
              <a:rPr lang="en-US" dirty="0" smtClean="0"/>
              <a:t>Performance development and Management</a:t>
            </a:r>
          </a:p>
          <a:p>
            <a:pPr lvl="0"/>
            <a:r>
              <a:rPr lang="en-US" dirty="0" smtClean="0"/>
              <a:t>Salary and benefits</a:t>
            </a:r>
          </a:p>
          <a:p>
            <a:pPr lvl="0"/>
            <a:r>
              <a:rPr lang="en-US" dirty="0" smtClean="0"/>
              <a:t>Team Building</a:t>
            </a:r>
          </a:p>
          <a:p>
            <a:pPr lvl="0"/>
            <a:r>
              <a:rPr lang="en-US" dirty="0" smtClean="0"/>
              <a:t>Building Employee Relationship</a:t>
            </a:r>
          </a:p>
          <a:p>
            <a:pPr lvl="0"/>
            <a:r>
              <a:rPr lang="en-US" dirty="0" smtClean="0"/>
              <a:t>Developing Leadership</a:t>
            </a:r>
          </a:p>
          <a:p>
            <a:pPr lvl="0"/>
            <a:r>
              <a:rPr lang="en-US" dirty="0" smtClean="0"/>
              <a:t>Motivational Exercises</a:t>
            </a:r>
          </a:p>
          <a:p>
            <a:pPr lvl="0"/>
            <a:r>
              <a:rPr lang="en-US" dirty="0" smtClean="0"/>
              <a:t>Developing company policies and procedures</a:t>
            </a:r>
          </a:p>
          <a:p>
            <a:pPr lvl="0"/>
            <a:r>
              <a:rPr lang="en-US" dirty="0" smtClean="0"/>
              <a:t>Managing health care programs</a:t>
            </a:r>
          </a:p>
          <a:p>
            <a:pPr lvl="0">
              <a:buNone/>
            </a:pPr>
            <a:endParaRPr lang="en-US" dirty="0" smtClean="0"/>
          </a:p>
          <a:p>
            <a:pPr lvl="0"/>
            <a:endParaRPr lang="en-US" dirty="0" smtClean="0"/>
          </a:p>
          <a:p>
            <a:pPr lvl="0"/>
            <a:endParaRPr lang="en-US" dirty="0" smtClean="0"/>
          </a:p>
          <a:p>
            <a:pPr lvl="0"/>
            <a:endParaRPr lang="en-US" dirty="0" smtClean="0"/>
          </a:p>
          <a:p>
            <a:pPr>
              <a:buNone/>
            </a:pPr>
            <a:endParaRPr lang="en-US" dirty="0" smtClean="0"/>
          </a:p>
          <a:p>
            <a:pPr>
              <a:buNone/>
            </a:pP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20040"/>
            <a:ext cx="7696200" cy="1356360"/>
          </a:xfrm>
        </p:spPr>
        <p:txBody>
          <a:bodyPr>
            <a:normAutofit fontScale="90000"/>
          </a:bodyPr>
          <a:lstStyle/>
          <a:p>
            <a:r>
              <a:rPr lang="en-US" dirty="0" smtClean="0"/>
              <a:t>How did you conduct recruitment in previous company</a:t>
            </a:r>
            <a:endParaRPr lang="en-US" dirty="0"/>
          </a:p>
        </p:txBody>
      </p:sp>
      <p:sp>
        <p:nvSpPr>
          <p:cNvPr id="3" name="Content Placeholder 2"/>
          <p:cNvSpPr>
            <a:spLocks noGrp="1"/>
          </p:cNvSpPr>
          <p:nvPr>
            <p:ph idx="1"/>
          </p:nvPr>
        </p:nvSpPr>
        <p:spPr>
          <a:xfrm>
            <a:off x="457200" y="1828800"/>
            <a:ext cx="7239000" cy="4626936"/>
          </a:xfrm>
        </p:spPr>
        <p:txBody>
          <a:bodyPr>
            <a:normAutofit fontScale="62500" lnSpcReduction="20000"/>
          </a:bodyPr>
          <a:lstStyle/>
          <a:p>
            <a:r>
              <a:rPr lang="en-US" dirty="0" smtClean="0"/>
              <a:t>Firstly made employee planning with every dept.</a:t>
            </a:r>
          </a:p>
          <a:p>
            <a:r>
              <a:rPr lang="en-US" dirty="0" smtClean="0"/>
              <a:t>Identify  no. of vacant positions</a:t>
            </a:r>
          </a:p>
          <a:p>
            <a:r>
              <a:rPr lang="en-US" dirty="0" smtClean="0"/>
              <a:t>Job Analysis, JS, JD are done</a:t>
            </a:r>
          </a:p>
          <a:p>
            <a:r>
              <a:rPr lang="en-US" dirty="0" smtClean="0"/>
              <a:t>Find out sources of Recruitment-Internal, External</a:t>
            </a:r>
          </a:p>
          <a:p>
            <a:r>
              <a:rPr lang="en-US" dirty="0" smtClean="0"/>
              <a:t>Advertise Vacancies in local newspapers, posted job in local jobsites.</a:t>
            </a:r>
          </a:p>
          <a:p>
            <a:r>
              <a:rPr lang="en-US" dirty="0" smtClean="0"/>
              <a:t>Collected all CVs from mails or collected CVs during walk-in interview time.</a:t>
            </a:r>
          </a:p>
          <a:p>
            <a:r>
              <a:rPr lang="en-US" dirty="0" smtClean="0"/>
              <a:t>Screening of collected CVs a/c to criteria</a:t>
            </a:r>
          </a:p>
          <a:p>
            <a:r>
              <a:rPr lang="en-US" dirty="0" smtClean="0"/>
              <a:t>Give a call to Shortlisted candidates, and for interview</a:t>
            </a:r>
          </a:p>
          <a:p>
            <a:r>
              <a:rPr lang="en-US" dirty="0" smtClean="0"/>
              <a:t>Scheduled face to face interview on a fixed date and time</a:t>
            </a:r>
          </a:p>
          <a:p>
            <a:r>
              <a:rPr lang="en-US" dirty="0" smtClean="0"/>
              <a:t>Arranged interview panel, waiting area, Separate room for interview, Evaluation sheet, Attendance sheet</a:t>
            </a:r>
          </a:p>
          <a:p>
            <a:r>
              <a:rPr lang="en-US" dirty="0" smtClean="0"/>
              <a:t>Conduct interview and finalize candidates</a:t>
            </a:r>
          </a:p>
          <a:p>
            <a:r>
              <a:rPr lang="en-US" dirty="0" smtClean="0"/>
              <a:t>Executes  joining formalities of hired candidates</a:t>
            </a:r>
          </a:p>
          <a:p>
            <a:r>
              <a:rPr lang="en-US" dirty="0" smtClean="0"/>
              <a:t>Issue offer/ Appointment letter</a:t>
            </a:r>
          </a:p>
          <a:p>
            <a:r>
              <a:rPr lang="en-US" dirty="0" smtClean="0"/>
              <a:t>Conducted induction programmes for newly joining candidates.</a:t>
            </a:r>
            <a:endParaRPr lang="en-US" dirty="0"/>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Qualities of hr manager</a:t>
            </a:r>
            <a:endParaRPr lang="en-US" dirty="0"/>
          </a:p>
        </p:txBody>
      </p:sp>
      <p:sp>
        <p:nvSpPr>
          <p:cNvPr id="3" name="Content Placeholder 2"/>
          <p:cNvSpPr>
            <a:spLocks noGrp="1"/>
          </p:cNvSpPr>
          <p:nvPr>
            <p:ph idx="1"/>
          </p:nvPr>
        </p:nvSpPr>
        <p:spPr/>
        <p:txBody>
          <a:bodyPr/>
          <a:lstStyle/>
          <a:p>
            <a:r>
              <a:rPr lang="en-US" dirty="0" smtClean="0"/>
              <a:t>Show empathy</a:t>
            </a:r>
          </a:p>
          <a:p>
            <a:r>
              <a:rPr lang="en-US" dirty="0" smtClean="0"/>
              <a:t>Approachable to employees</a:t>
            </a:r>
          </a:p>
          <a:p>
            <a:r>
              <a:rPr lang="en-US" dirty="0" smtClean="0"/>
              <a:t>Communicate effectively</a:t>
            </a:r>
          </a:p>
          <a:p>
            <a:r>
              <a:rPr lang="en-US" dirty="0" smtClean="0"/>
              <a:t>Mediator between employees and company</a:t>
            </a:r>
          </a:p>
          <a:p>
            <a:r>
              <a:rPr lang="en-US" dirty="0" smtClean="0"/>
              <a:t>Effectively and actively listen to employees</a:t>
            </a:r>
          </a:p>
          <a:p>
            <a:r>
              <a:rPr lang="en-US" dirty="0" smtClean="0"/>
              <a:t>Lead and build team</a:t>
            </a:r>
          </a:p>
          <a:p>
            <a:r>
              <a:rPr lang="en-US" dirty="0" smtClean="0"/>
              <a:t>Capable to cope up with change and difficulties</a:t>
            </a:r>
          </a:p>
          <a:p>
            <a:r>
              <a:rPr lang="en-US" dirty="0" smtClean="0"/>
              <a:t>Challenge, confidence and coaching</a:t>
            </a:r>
          </a:p>
          <a:p>
            <a:r>
              <a:rPr lang="en-US" dirty="0" smtClean="0"/>
              <a:t>Deal in a calm and tactful manner</a:t>
            </a:r>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How long would you expect to work for us if hired</a:t>
            </a:r>
            <a:endParaRPr lang="en-US" dirty="0"/>
          </a:p>
        </p:txBody>
      </p:sp>
      <p:sp>
        <p:nvSpPr>
          <p:cNvPr id="3" name="Content Placeholder 2"/>
          <p:cNvSpPr>
            <a:spLocks noGrp="1"/>
          </p:cNvSpPr>
          <p:nvPr>
            <p:ph idx="1"/>
          </p:nvPr>
        </p:nvSpPr>
        <p:spPr>
          <a:xfrm>
            <a:off x="457200" y="2011680"/>
            <a:ext cx="7239000" cy="4846320"/>
          </a:xfrm>
        </p:spPr>
        <p:txBody>
          <a:bodyPr/>
          <a:lstStyle/>
          <a:p>
            <a:r>
              <a:rPr lang="en-US" dirty="0" smtClean="0"/>
              <a:t>I would like it to be a long time or as long as we both feel I am doing a good job.</a:t>
            </a:r>
            <a:endParaRPr lang="en-US" dirty="0"/>
          </a:p>
        </p:txBody>
      </p:sp>
    </p:spTree>
  </p:cSld>
  <p:clrMapOvr>
    <a:masterClrMapping/>
  </p:clrMapOvr>
  <p:transition advClick="0" advTm="3000"/>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What motivates you to do your best on the job</a:t>
            </a:r>
            <a:endParaRPr lang="en-US" dirty="0"/>
          </a:p>
        </p:txBody>
      </p:sp>
      <p:sp>
        <p:nvSpPr>
          <p:cNvPr id="3" name="Content Placeholder 2"/>
          <p:cNvSpPr>
            <a:spLocks noGrp="1"/>
          </p:cNvSpPr>
          <p:nvPr>
            <p:ph idx="1"/>
          </p:nvPr>
        </p:nvSpPr>
        <p:spPr/>
        <p:txBody>
          <a:bodyPr/>
          <a:lstStyle/>
          <a:p>
            <a:r>
              <a:rPr lang="en-US" dirty="0" smtClean="0"/>
              <a:t>New challenges, Responsibilities, Awards, Recognition motivates me to do my best on the job.</a:t>
            </a:r>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7239000" cy="1371600"/>
          </a:xfrm>
        </p:spPr>
        <p:txBody>
          <a:bodyPr>
            <a:normAutofit fontScale="90000"/>
          </a:bodyPr>
          <a:lstStyle/>
          <a:p>
            <a:r>
              <a:rPr lang="en-US" dirty="0" smtClean="0"/>
              <a:t>If you were hiring a person for this job, what would you look for</a:t>
            </a:r>
            <a:endParaRPr lang="en-US" dirty="0"/>
          </a:p>
        </p:txBody>
      </p:sp>
      <p:sp>
        <p:nvSpPr>
          <p:cNvPr id="3" name="Content Placeholder 2"/>
          <p:cNvSpPr>
            <a:spLocks noGrp="1"/>
          </p:cNvSpPr>
          <p:nvPr>
            <p:ph idx="1"/>
          </p:nvPr>
        </p:nvSpPr>
        <p:spPr>
          <a:xfrm>
            <a:off x="457200" y="2057400"/>
            <a:ext cx="7239000" cy="4398336"/>
          </a:xfrm>
        </p:spPr>
        <p:txBody>
          <a:bodyPr/>
          <a:lstStyle/>
          <a:p>
            <a:r>
              <a:rPr lang="en-US" dirty="0" smtClean="0"/>
              <a:t>A well educational background with desirable experience in relevant field, having ability to do this job, Willingness and manageability, Strong organization skills, ability to lead team.</a:t>
            </a:r>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do you define success</a:t>
            </a:r>
            <a:endParaRPr lang="en-US" dirty="0"/>
          </a:p>
        </p:txBody>
      </p:sp>
      <p:sp>
        <p:nvSpPr>
          <p:cNvPr id="3" name="Content Placeholder 2"/>
          <p:cNvSpPr>
            <a:spLocks noGrp="1"/>
          </p:cNvSpPr>
          <p:nvPr>
            <p:ph idx="1"/>
          </p:nvPr>
        </p:nvSpPr>
        <p:spPr>
          <a:xfrm>
            <a:off x="457200" y="1828800"/>
            <a:ext cx="7239000" cy="4626936"/>
          </a:xfrm>
        </p:spPr>
        <p:txBody>
          <a:bodyPr/>
          <a:lstStyle/>
          <a:p>
            <a:r>
              <a:rPr lang="en-US" dirty="0" smtClean="0"/>
              <a:t>I have across is that “ Success is the progressive realization of a worthy goal.</a:t>
            </a:r>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Why have you been out of work so long</a:t>
            </a:r>
            <a:endParaRPr lang="en-US" dirty="0"/>
          </a:p>
        </p:txBody>
      </p:sp>
      <p:sp>
        <p:nvSpPr>
          <p:cNvPr id="3" name="Content Placeholder 2"/>
          <p:cNvSpPr>
            <a:spLocks noGrp="1"/>
          </p:cNvSpPr>
          <p:nvPr>
            <p:ph idx="1"/>
          </p:nvPr>
        </p:nvSpPr>
        <p:spPr/>
        <p:txBody>
          <a:bodyPr/>
          <a:lstStyle/>
          <a:p>
            <a:r>
              <a:rPr lang="en-US" dirty="0" smtClean="0"/>
              <a:t>After quitting my last job, I decided to take what ever time I needed to think through What I do best, What I most want to do, where I would like to do and then identify those companies that could offer such an opportunity. Between these times I improved my mistakes and brush up my skills.</a:t>
            </a:r>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Why are you not earning more money at this stage</a:t>
            </a:r>
            <a:endParaRPr lang="en-US" dirty="0"/>
          </a:p>
        </p:txBody>
      </p:sp>
      <p:sp>
        <p:nvSpPr>
          <p:cNvPr id="3" name="Content Placeholder 2"/>
          <p:cNvSpPr>
            <a:spLocks noGrp="1"/>
          </p:cNvSpPr>
          <p:nvPr>
            <p:ph idx="1"/>
          </p:nvPr>
        </p:nvSpPr>
        <p:spPr>
          <a:xfrm>
            <a:off x="457200" y="1828800"/>
            <a:ext cx="7239000" cy="4626936"/>
          </a:xfrm>
        </p:spPr>
        <p:txBody>
          <a:bodyPr/>
          <a:lstStyle/>
          <a:p>
            <a:r>
              <a:rPr lang="en-US" dirty="0" smtClean="0"/>
              <a:t>Because I am not money minded person. I prefer future growth, Job satisfaction and happy family life. I am career oriented person and I believe that If career is on right track, money come automatically.</a:t>
            </a:r>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1356360"/>
          </a:xfrm>
        </p:spPr>
        <p:txBody>
          <a:bodyPr>
            <a:normAutofit fontScale="90000"/>
          </a:bodyPr>
          <a:lstStyle/>
          <a:p>
            <a:r>
              <a:rPr lang="en-US" dirty="0" smtClean="0"/>
              <a:t>Why do you think you qualify for a HR Executive/ HR Manager’s position</a:t>
            </a:r>
            <a:endParaRPr lang="en-US" dirty="0"/>
          </a:p>
        </p:txBody>
      </p:sp>
      <p:sp>
        <p:nvSpPr>
          <p:cNvPr id="3" name="Content Placeholder 2"/>
          <p:cNvSpPr>
            <a:spLocks noGrp="1"/>
          </p:cNvSpPr>
          <p:nvPr>
            <p:ph idx="1"/>
          </p:nvPr>
        </p:nvSpPr>
        <p:spPr>
          <a:xfrm>
            <a:off x="457200" y="1905000"/>
            <a:ext cx="7239000" cy="4550736"/>
          </a:xfrm>
        </p:spPr>
        <p:txBody>
          <a:bodyPr/>
          <a:lstStyle/>
          <a:p>
            <a:r>
              <a:rPr lang="en-US" dirty="0" smtClean="0"/>
              <a:t>The role of a HR Exec./ Hr Manager needs the person to connect with others on a human level and help them to meet their aspirations while following the company’s policies, structure, and rules. I think with an experience of _____ years, I know well how to deal with humans and my last employment has given me a good insight into the rules and regulations as HR Manager has to keep in mind while operating.</a:t>
            </a:r>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1508760"/>
          </a:xfrm>
        </p:spPr>
        <p:txBody>
          <a:bodyPr>
            <a:normAutofit fontScale="90000"/>
          </a:bodyPr>
          <a:lstStyle/>
          <a:p>
            <a:r>
              <a:rPr lang="en-US" dirty="0" smtClean="0"/>
              <a:t>Why did you decide to get into HR after you graduation in computers</a:t>
            </a:r>
            <a:endParaRPr lang="en-US" dirty="0"/>
          </a:p>
        </p:txBody>
      </p:sp>
      <p:sp>
        <p:nvSpPr>
          <p:cNvPr id="3" name="Content Placeholder 2"/>
          <p:cNvSpPr>
            <a:spLocks noGrp="1"/>
          </p:cNvSpPr>
          <p:nvPr>
            <p:ph idx="1"/>
          </p:nvPr>
        </p:nvSpPr>
        <p:spPr>
          <a:xfrm>
            <a:off x="457200" y="2057400"/>
            <a:ext cx="7239000" cy="4398336"/>
          </a:xfrm>
        </p:spPr>
        <p:txBody>
          <a:bodyPr/>
          <a:lstStyle/>
          <a:p>
            <a:r>
              <a:rPr lang="en-US" dirty="0" smtClean="0"/>
              <a:t>I was on a look out for a job when I got the first opportunity in HR. I look it up and slowly realized that I have started liking it. I brushed up my skills by keeping myself updated about the new developments in the field and acquiring a professional degree. </a:t>
            </a:r>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Do you have any question to ask me</a:t>
            </a:r>
            <a:endParaRPr lang="en-US" dirty="0"/>
          </a:p>
        </p:txBody>
      </p:sp>
      <p:sp>
        <p:nvSpPr>
          <p:cNvPr id="3" name="Content Placeholder 2"/>
          <p:cNvSpPr>
            <a:spLocks noGrp="1"/>
          </p:cNvSpPr>
          <p:nvPr>
            <p:ph idx="1"/>
          </p:nvPr>
        </p:nvSpPr>
        <p:spPr/>
        <p:txBody>
          <a:bodyPr/>
          <a:lstStyle/>
          <a:p>
            <a:r>
              <a:rPr lang="en-US" dirty="0" smtClean="0"/>
              <a:t>Thank you for giving this opportunity to attend this interview. Sir, I would like to know about the job timings. What will be the job location and salary scale for this job in your organization.</a:t>
            </a:r>
            <a:endParaRPr lang="en-US"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pulent">
  <a:themeElements>
    <a:clrScheme name="Opulent">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Opulent">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pulent">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gradFill rotWithShape="1">
          <a:gsLst>
            <a:gs pos="0">
              <a:schemeClr val="phClr">
                <a:tint val="78000"/>
                <a:satMod val="220000"/>
              </a:schemeClr>
            </a:gs>
            <a:gs pos="100000">
              <a:schemeClr val="phClr">
                <a:shade val="35000"/>
                <a:satMod val="155000"/>
              </a:schemeClr>
            </a:gs>
          </a:gsLst>
          <a:path path="circle">
            <a:fillToRect l="50000" t="50000" r="50000" b="50000"/>
          </a:path>
        </a:gradFill>
        <a:blipFill>
          <a:blip xmlns:r="http://schemas.openxmlformats.org/officeDocument/2006/relationships" r:embed="rId1">
            <a:duotone>
              <a:schemeClr val="phClr">
                <a:shade val="60000"/>
                <a:satMod val="180000"/>
              </a:schemeClr>
              <a:schemeClr val="phClr">
                <a:tint val="500"/>
                <a:satMod val="150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Opulent</Template>
  <TotalTime>246</TotalTime>
  <Words>1251</Words>
  <Application>Microsoft Office PowerPoint</Application>
  <PresentationFormat>On-screen Show (4:3)</PresentationFormat>
  <Paragraphs>102</Paragraphs>
  <Slides>22</Slides>
  <Notes>0</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Opulent</vt:lpstr>
      <vt:lpstr>HR INTEVIEW QUESTIONS</vt:lpstr>
      <vt:lpstr>Tell me about yourself</vt:lpstr>
      <vt:lpstr>What are your strengths</vt:lpstr>
      <vt:lpstr>What are your weakness</vt:lpstr>
      <vt:lpstr>Why do you want to work at our company</vt:lpstr>
      <vt:lpstr>Why should I hire you</vt:lpstr>
      <vt:lpstr>What do you know about this company</vt:lpstr>
      <vt:lpstr>Why are you looking for a job change</vt:lpstr>
      <vt:lpstr>What are your salary requirements</vt:lpstr>
      <vt:lpstr>What are your career goals</vt:lpstr>
      <vt:lpstr>Responsibilities of an HR manager</vt:lpstr>
      <vt:lpstr>How did you conduct recruitment in previous company</vt:lpstr>
      <vt:lpstr>Qualities of hr manager</vt:lpstr>
      <vt:lpstr>How long would you expect to work for us if hired</vt:lpstr>
      <vt:lpstr>What motivates you to do your best on the job</vt:lpstr>
      <vt:lpstr>If you were hiring a person for this job, what would you look for</vt:lpstr>
      <vt:lpstr>How do you define success</vt:lpstr>
      <vt:lpstr>Why have you been out of work so long</vt:lpstr>
      <vt:lpstr>Why are you not earning more money at this stage</vt:lpstr>
      <vt:lpstr>Why do you think you qualify for a HR Executive/ HR Manager’s position</vt:lpstr>
      <vt:lpstr>Why did you decide to get into HR after you graduation in computers</vt:lpstr>
      <vt:lpstr>Do you have any question to ask me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HR INTEVIEW QUESTIONS</dc:title>
  <dc:creator>pc</dc:creator>
  <cp:lastModifiedBy>VC</cp:lastModifiedBy>
  <cp:revision>50</cp:revision>
  <dcterms:created xsi:type="dcterms:W3CDTF">2014-11-12T03:35:34Z</dcterms:created>
  <dcterms:modified xsi:type="dcterms:W3CDTF">2026-09-03T08:22:29Z</dcterms:modified>
</cp:coreProperties>
</file>